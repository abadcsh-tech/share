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사도신경 강해 10 · 죽으시고, 장사된 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5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 되신 예수님,</a:t>
            </a:r>
          </a:p>
          <a:p>
            <a:pPr algn="l">
              <a:lnSpc>
                <a:spcPct val="110000"/>
              </a:lnSpc>
            </a:pPr>
            <a:r>
              <a:rPr sz="5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다섯 날의 묵상.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90416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매일 한 편씩 — 본문 한 구절, 핵심 한 문장, 짧은 묵상글과 기도.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023360"/>
            <a:ext cx="2017715" cy="2286000"/>
          </a:xfrm>
          <a:prstGeom prst="rect">
            <a:avLst/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고후 8:9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1560515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 되신</a:t>
            </a:r>
          </a:p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2115" y="4023360"/>
            <a:ext cx="2017715" cy="2286000"/>
          </a:xfrm>
          <a:prstGeom prst="rect">
            <a:avLst/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0715" y="429768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0715" y="470916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고후 8:9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715" y="5029200"/>
            <a:ext cx="1560515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가난과 부요의</a:t>
            </a:r>
          </a:p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교환.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6990" y="4023360"/>
            <a:ext cx="2017715" cy="2286000"/>
          </a:xfrm>
          <a:prstGeom prst="rect">
            <a:avLst/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5590" y="429768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5590" y="470916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갈 3:13-14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5590" y="5029200"/>
            <a:ext cx="1560515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저주를 짊어지신</a:t>
            </a:r>
          </a:p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1865" y="4023360"/>
            <a:ext cx="2017715" cy="2286000"/>
          </a:xfrm>
          <a:prstGeom prst="rect">
            <a:avLst/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465" y="429768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465" y="470916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고후 5:21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465" y="5029200"/>
            <a:ext cx="1560515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의의 전가, 새로운</a:t>
            </a:r>
          </a:p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신분.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96740" y="4023360"/>
            <a:ext cx="2017715" cy="2286000"/>
          </a:xfrm>
          <a:prstGeom prst="rect">
            <a:avLst/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5340" y="429768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5340" y="4709160"/>
            <a:ext cx="15605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롬 8:38-39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5340" y="5029200"/>
            <a:ext cx="1560515" cy="11887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죽음조차 끊지</a:t>
            </a:r>
          </a:p>
          <a:p>
            <a:pPr algn="l">
              <a:lnSpc>
                <a:spcPct val="118000"/>
              </a:lnSpc>
            </a:pPr>
            <a:r>
              <a:rPr sz="24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못하는 사랑.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01 · 한 가족 되심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</a:t>
            </a:r>
          </a:p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되신 예수님.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예수님은 우리를 도와주신 게 아니라, 우리와 한 가족이 되셨습니다.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846320"/>
            <a:ext cx="5742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"그리스도께서는 부요하나, 여러분을 위해서 가난하게 되셨습니다."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617220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고린도후서 8:9</a:t>
            </a:r>
          </a:p>
        </p:txBody>
      </p:sp>
      <p:pic>
        <p:nvPicPr>
          <p:cNvPr id="9" name="Picture 8" descr="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01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가족이 된다는 건,</a:t>
            </a:r>
          </a:p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모든 것을 함께 나눈다는 뜻입니다.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97862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부모님 카드 속 돈은 부모님이 번 것이지만, 가족이라는 이유 하나로 내가 쓸 수 있습니다. 가족이 된다는 건 그런 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예수님이 우리에게 오신 방식이 그렇습니다. 우리의 모든 것 — 가난도, 저주도, 죄도 — 자기 것으로 가져가시고, 그분의 부요와 의로움을 우리에게 선물로 주셨습니다.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01 · 적용 + 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가지만 골라, 오늘 마음에 두기.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오늘 내가 예수님께 "가족이라서" 가져가시도록 맡길 수 있는 한 가지는 무엇입니까?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048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"가족이 되어 주셨다"는 표현을 들었을 때, 가장 먼저 떠오르는 장면은 무엇입니까?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20640"/>
            <a:ext cx="91440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저를 돕는 분이 아니라 한 가족이 되어 주셔서 감사합니다.</a:t>
            </a:r>
          </a:p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오늘 제 짐을 혼자 지지 않게 하소서.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02 · 부요와 가난의 교환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가난과</a:t>
            </a:r>
          </a:p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부요의 교환.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그분이 가난해지셨기에, 나는 부요해졌습니다.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846320"/>
            <a:ext cx="5742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"그의 가난으로 여러분을 부요하게 하시려는 것입니다."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617220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고린도후서 8:9</a:t>
            </a:r>
          </a:p>
        </p:txBody>
      </p:sp>
      <p:pic>
        <p:nvPicPr>
          <p:cNvPr id="9" name="Picture 8" descr="da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02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도와주신 게 아니라,</a:t>
            </a:r>
          </a:p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내 자리에 직접 내려오셨습니다.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97862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예수님은 후원자가 아니라 우리 자리에 직접 내려오신 분입니다. 그분이 가난하셨기에 우리는 부요해졌습니다.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가난은 단지 돈이 없는 것만 아닙니다. 사랑받지 못함, 인정받지 못함, 안전감의 부재 — 이 모든 가난을 그분이 먼저 지나가셨습니다.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02 · 적용 + 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내 안의 "가난"을 한 단어로 적어보기.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내가 지금 느끼는 "가난"은 무엇입니까? 그것이 예수님이 이미 지나가신 자리임을 떠올려 보세요.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048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오늘 누군가에게 "내가 가진 부요"를 작은 형태로라도 나눌 수 있는 한 가지는 무엇입니까?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20640"/>
            <a:ext cx="91440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저를 위해 가난해지신 그 사랑을 묵상합니다.</a:t>
            </a:r>
          </a:p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오늘도 누군가에게 작은 부요를 흘려보내게 하소서.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03 · 저주의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저주를</a:t>
            </a:r>
          </a:p>
          <a:p>
            <a:pPr algn="l">
              <a:lnSpc>
                <a:spcPct val="110000"/>
              </a:lnSpc>
            </a:pPr>
            <a:r>
              <a:rPr sz="58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짊어지신 예수님.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b="1">
                <a:solidFill>
                  <a:srgbClr val="A09D96"/>
                </a:solidFill>
                <a:latin typeface="SUIT"/>
                <a:ea typeface="SUIT"/>
                <a:cs typeface="SUIT"/>
              </a:rPr>
              <a:t>가장 큰 저주의 자리에 그분이 가셨기에, 가장 큰 축복이 내게 흘러옵니다.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846320"/>
            <a:ext cx="5742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"그리스도께서 우리를 위하여 저주를 받은 사람이 되심으로써, 우리를 율법의 저주에서 속량해 주셨습니다."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617220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갈라디아서 3:13</a:t>
            </a:r>
          </a:p>
        </p:txBody>
      </p:sp>
      <p:pic>
        <p:nvPicPr>
          <p:cNvPr id="9" name="Picture 8" descr="da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03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예수님은 두려운 자리에</a:t>
            </a:r>
          </a:p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먼저 가신 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97862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십자가는 단순한 처형 도구가 아니었습니다. 당시 사람들에게 그것은 "하나님께 버림받았다"는 가장 큰 모욕이자 저주였습니다.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그 자리에 예수님이 가셨습니다. 자기 잘못이 하나도 없으셨는데도 — 우리가 받아야 할 저주를 자기 등에 지셨습니다.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03 · 적용 + 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내 안의 "버림받음"의 그림자를 마주하기.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내가 두려워하는 "버림받음"의 형태는 무엇입니까? 그 자리에도 예수님이 먼저 가셨다는 사실이 위로가 됩니까?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048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오늘 내가 누군가의 "저주" — 외로움이나 수치 — 를 함께 짊어질 수 있다면 무엇입니까?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20640"/>
            <a:ext cx="91440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가장 깊은 어둠의 자리에 먼저 가셔서 감사합니다.</a:t>
            </a:r>
          </a:p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그 발자국을 따라 한 걸음 내딛게 하소서.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04 · 새 신분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의의 전가,</a:t>
            </a:r>
          </a:p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새로운 신분.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내가 의로워진 게 아니라, 그분의 의로움이 내게 입혀졌습니다.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846320"/>
            <a:ext cx="5742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"그것은 우리가 그리스도 안에서 하나님의 의가 되게 하시려는 것입니다."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617220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고린도후서 5:21</a:t>
            </a:r>
          </a:p>
        </p:txBody>
      </p:sp>
      <p:pic>
        <p:nvPicPr>
          <p:cNvPr id="9" name="Picture 8" descr="day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04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하나님은 내가 한 일이 아니라,</a:t>
            </a:r>
          </a:p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예수님이 하신 일을 보십니다.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97862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"내가 노력해서 깨끗해지면 하나님이 받아주시겠지" — 우리는 자주 이렇게 생각합니다. 그러나 본문은 정반대로 말합니다.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죄가 전혀 없으신 분이 우리 자리에 죄인으로 서셨고, 그래서 죄 많은 우리가 그분 안에서 의로운 사람이 되었습니다. 이것은 거래가 아니라 가족의 교환입니다.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04 · 적용 + 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"내 의로움"을 내려놓는 한 순간.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"내 의로움"이 아니라 "그분의 의로움" 안에서 산다면, 무엇이 가장 가벼워질까요?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048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누군가를 그의 행동이 아니라 "예수님 안의 신분"으로 봐주는 한 번의 시선을 가져 보세요.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20640"/>
            <a:ext cx="91440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제가 한 일이 아니라 당신이 하신 일을 의지하게 하소서.</a:t>
            </a:r>
          </a:p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당신 안의 새 신분으로 살게 하소서.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05 · 끊어지지 않는 사랑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죽음조차</a:t>
            </a:r>
          </a:p>
          <a:p>
            <a:pPr algn="l">
              <a:lnSpc>
                <a:spcPct val="110000"/>
              </a:lnSpc>
            </a:pPr>
            <a:r>
              <a:rPr sz="5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끊지 못하는 사랑.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그분이 죽음의 자리까지 가셨기에, 그곳도 더는 우리를 끊지 못합니다.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846320"/>
            <a:ext cx="5742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"그 어떤 피조물도, 우리를 우리 주 예수 그리스도 안에 있는 하나님의 사랑에서 끊을 수 없습니다."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617220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1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로마서 8:38-39</a:t>
            </a:r>
          </a:p>
        </p:txBody>
      </p:sp>
      <p:pic>
        <p:nvPicPr>
          <p:cNvPr id="9" name="Picture 8" descr="da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05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예수님이 먼저 가신 자리는,</a:t>
            </a:r>
          </a:p>
          <a:p>
            <a:pPr algn="l">
              <a:lnSpc>
                <a:spcPct val="120000"/>
              </a:lnSpc>
            </a:pPr>
            <a:r>
              <a:rPr sz="4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더 이상 우리를 끊지 못합니다.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97862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예수님의 죽음은 연극이 아니었습니다. 진짜로 심장이 멈추고, 무덤에 묻히신 사건입니다. 우리와 완전히 하나가 되시기 위해서였습니다.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외로움, 실패, 불안, 두려움 — 우리가 가는 모든 자리에 예수님은 먼저 가셨고, 거기서 우리에게 손을 내미십니다.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22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05 · 적용 + 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주의 묵상에서 한 가지를 챙겨가기.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이번 한 주 묵상에서 "예수님이 먼저 가신 자리"라는 표현이 가장 깊이 와닿은 순간은 무엇입니까?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 spc="400">
                <a:solidFill>
                  <a:srgbClr val="CC785C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0480"/>
            <a:ext cx="97228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다음 한 주, 어떤 한 가지 영역에서 이 진리를 살아내고 싶습니까?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20640"/>
            <a:ext cx="91440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978623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죽음의 자리까지 가신 그 사랑이 제 매일의 자리가 되게 하소서.</a:t>
            </a:r>
          </a:p>
          <a:p>
            <a:pPr algn="l">
              <a:lnSpc>
                <a:spcPct val="155000"/>
              </a:lnSpc>
            </a:pPr>
            <a:r>
              <a:rPr sz="26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이 한 주 묵상이 끝이 아니라, 일상의 시작이 되게 하소서.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55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50000"/>
              </a:lnSpc>
            </a:pPr>
            <a:r>
              <a:rPr sz="16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